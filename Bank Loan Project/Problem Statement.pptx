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393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Madhavan Shanmugam</cp:lastModifiedBy>
  <cp:revision>16</cp:revision>
  <dcterms:created xsi:type="dcterms:W3CDTF">2023-10-07T01:44:58Z</dcterms:created>
  <dcterms:modified xsi:type="dcterms:W3CDTF">2026-04-28T05:24:24Z</dcterms:modified>
</cp:coreProperties>
</file>